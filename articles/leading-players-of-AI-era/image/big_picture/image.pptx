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</p:sldIdLst>
  <p:sldSz cx="9721850" cy="11880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44" autoAdjust="0"/>
    <p:restoredTop sz="94660"/>
  </p:normalViewPr>
  <p:slideViewPr>
    <p:cSldViewPr snapToGrid="0">
      <p:cViewPr varScale="1">
        <p:scale>
          <a:sx n="90" d="100"/>
          <a:sy n="90" d="100"/>
        </p:scale>
        <p:origin x="303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139" y="1944390"/>
            <a:ext cx="8263573" cy="4136296"/>
          </a:xfrm>
        </p:spPr>
        <p:txBody>
          <a:bodyPr anchor="b"/>
          <a:lstStyle>
            <a:lvl1pPr algn="ctr">
              <a:defRPr sz="6379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5231" y="6240197"/>
            <a:ext cx="7291388" cy="2868454"/>
          </a:xfrm>
        </p:spPr>
        <p:txBody>
          <a:bodyPr/>
          <a:lstStyle>
            <a:lvl1pPr marL="0" indent="0" algn="ctr">
              <a:buNone/>
              <a:defRPr sz="2552"/>
            </a:lvl1pPr>
            <a:lvl2pPr marL="486095" indent="0" algn="ctr">
              <a:buNone/>
              <a:defRPr sz="2126"/>
            </a:lvl2pPr>
            <a:lvl3pPr marL="972190" indent="0" algn="ctr">
              <a:buNone/>
              <a:defRPr sz="1914"/>
            </a:lvl3pPr>
            <a:lvl4pPr marL="1458285" indent="0" algn="ctr">
              <a:buNone/>
              <a:defRPr sz="1701"/>
            </a:lvl4pPr>
            <a:lvl5pPr marL="1944380" indent="0" algn="ctr">
              <a:buNone/>
              <a:defRPr sz="1701"/>
            </a:lvl5pPr>
            <a:lvl6pPr marL="2430475" indent="0" algn="ctr">
              <a:buNone/>
              <a:defRPr sz="1701"/>
            </a:lvl6pPr>
            <a:lvl7pPr marL="2916570" indent="0" algn="ctr">
              <a:buNone/>
              <a:defRPr sz="1701"/>
            </a:lvl7pPr>
            <a:lvl8pPr marL="3402665" indent="0" algn="ctr">
              <a:buNone/>
              <a:defRPr sz="1701"/>
            </a:lvl8pPr>
            <a:lvl9pPr marL="3888760" indent="0" algn="ctr">
              <a:buNone/>
              <a:defRPr sz="1701"/>
            </a:lvl9pPr>
          </a:lstStyle>
          <a:p>
            <a:r>
              <a:rPr lang="en-US" altLang="ko-K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A0CCC-6FFA-4EE1-BC25-7101EFE4D5C7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1FEF4-2B99-440A-853A-0AD9A7A24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563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A0CCC-6FFA-4EE1-BC25-7101EFE4D5C7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1FEF4-2B99-440A-853A-0AD9A7A24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4955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314" y="2961965"/>
            <a:ext cx="8385096" cy="4942103"/>
          </a:xfrm>
        </p:spPr>
        <p:txBody>
          <a:bodyPr anchor="b"/>
          <a:lstStyle>
            <a:lvl1pPr>
              <a:defRPr sz="6379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314" y="7950822"/>
            <a:ext cx="8385096" cy="2598935"/>
          </a:xfrm>
        </p:spPr>
        <p:txBody>
          <a:bodyPr/>
          <a:lstStyle>
            <a:lvl1pPr marL="0" indent="0">
              <a:buNone/>
              <a:defRPr sz="2552">
                <a:solidFill>
                  <a:schemeClr val="tx1"/>
                </a:solidFill>
              </a:defRPr>
            </a:lvl1pPr>
            <a:lvl2pPr marL="486095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2pPr>
            <a:lvl3pPr marL="972190" indent="0">
              <a:buNone/>
              <a:defRPr sz="1914">
                <a:solidFill>
                  <a:schemeClr val="tx1">
                    <a:tint val="75000"/>
                  </a:schemeClr>
                </a:solidFill>
              </a:defRPr>
            </a:lvl3pPr>
            <a:lvl4pPr marL="1458285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4pPr>
            <a:lvl5pPr marL="1944380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5pPr>
            <a:lvl6pPr marL="2430475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6pPr>
            <a:lvl7pPr marL="2916570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7pPr>
            <a:lvl8pPr marL="3402665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8pPr>
            <a:lvl9pPr marL="3888760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A0CCC-6FFA-4EE1-BC25-7101EFE4D5C7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1FEF4-2B99-440A-853A-0AD9A7A24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841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377" y="3162726"/>
            <a:ext cx="4131786" cy="7538290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1687" y="3162726"/>
            <a:ext cx="4131786" cy="7538290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A0CCC-6FFA-4EE1-BC25-7101EFE4D5C7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1FEF4-2B99-440A-853A-0AD9A7A24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472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643" y="632548"/>
            <a:ext cx="8385096" cy="2296415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644" y="2912459"/>
            <a:ext cx="4112798" cy="1427351"/>
          </a:xfrm>
        </p:spPr>
        <p:txBody>
          <a:bodyPr anchor="b"/>
          <a:lstStyle>
            <a:lvl1pPr marL="0" indent="0">
              <a:buNone/>
              <a:defRPr sz="2552" b="1"/>
            </a:lvl1pPr>
            <a:lvl2pPr marL="486095" indent="0">
              <a:buNone/>
              <a:defRPr sz="2126" b="1"/>
            </a:lvl2pPr>
            <a:lvl3pPr marL="972190" indent="0">
              <a:buNone/>
              <a:defRPr sz="1914" b="1"/>
            </a:lvl3pPr>
            <a:lvl4pPr marL="1458285" indent="0">
              <a:buNone/>
              <a:defRPr sz="1701" b="1"/>
            </a:lvl4pPr>
            <a:lvl5pPr marL="1944380" indent="0">
              <a:buNone/>
              <a:defRPr sz="1701" b="1"/>
            </a:lvl5pPr>
            <a:lvl6pPr marL="2430475" indent="0">
              <a:buNone/>
              <a:defRPr sz="1701" b="1"/>
            </a:lvl6pPr>
            <a:lvl7pPr marL="2916570" indent="0">
              <a:buNone/>
              <a:defRPr sz="1701" b="1"/>
            </a:lvl7pPr>
            <a:lvl8pPr marL="3402665" indent="0">
              <a:buNone/>
              <a:defRPr sz="1701" b="1"/>
            </a:lvl8pPr>
            <a:lvl9pPr marL="3888760" indent="0">
              <a:buNone/>
              <a:defRPr sz="1701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9644" y="4339810"/>
            <a:ext cx="4112798" cy="638320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1687" y="2912459"/>
            <a:ext cx="4133053" cy="1427351"/>
          </a:xfrm>
        </p:spPr>
        <p:txBody>
          <a:bodyPr anchor="b"/>
          <a:lstStyle>
            <a:lvl1pPr marL="0" indent="0">
              <a:buNone/>
              <a:defRPr sz="2552" b="1"/>
            </a:lvl1pPr>
            <a:lvl2pPr marL="486095" indent="0">
              <a:buNone/>
              <a:defRPr sz="2126" b="1"/>
            </a:lvl2pPr>
            <a:lvl3pPr marL="972190" indent="0">
              <a:buNone/>
              <a:defRPr sz="1914" b="1"/>
            </a:lvl3pPr>
            <a:lvl4pPr marL="1458285" indent="0">
              <a:buNone/>
              <a:defRPr sz="1701" b="1"/>
            </a:lvl4pPr>
            <a:lvl5pPr marL="1944380" indent="0">
              <a:buNone/>
              <a:defRPr sz="1701" b="1"/>
            </a:lvl5pPr>
            <a:lvl6pPr marL="2430475" indent="0">
              <a:buNone/>
              <a:defRPr sz="1701" b="1"/>
            </a:lvl6pPr>
            <a:lvl7pPr marL="2916570" indent="0">
              <a:buNone/>
              <a:defRPr sz="1701" b="1"/>
            </a:lvl7pPr>
            <a:lvl8pPr marL="3402665" indent="0">
              <a:buNone/>
              <a:defRPr sz="1701" b="1"/>
            </a:lvl8pPr>
            <a:lvl9pPr marL="3888760" indent="0">
              <a:buNone/>
              <a:defRPr sz="1701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1687" y="4339810"/>
            <a:ext cx="4133053" cy="638320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A0CCC-6FFA-4EE1-BC25-7101EFE4D5C7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1FEF4-2B99-440A-853A-0AD9A7A24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069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A0CCC-6FFA-4EE1-BC25-7101EFE4D5C7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1FEF4-2B99-440A-853A-0AD9A7A24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424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A0CCC-6FFA-4EE1-BC25-7101EFE4D5C7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1FEF4-2B99-440A-853A-0AD9A7A24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77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643" y="792057"/>
            <a:ext cx="3135550" cy="2772198"/>
          </a:xfrm>
        </p:spPr>
        <p:txBody>
          <a:bodyPr anchor="b"/>
          <a:lstStyle>
            <a:lvl1pPr>
              <a:defRPr sz="3402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3052" y="1710625"/>
            <a:ext cx="4921687" cy="8443104"/>
          </a:xfrm>
        </p:spPr>
        <p:txBody>
          <a:bodyPr/>
          <a:lstStyle>
            <a:lvl1pPr>
              <a:defRPr sz="3402"/>
            </a:lvl1pPr>
            <a:lvl2pPr>
              <a:defRPr sz="2977"/>
            </a:lvl2pPr>
            <a:lvl3pPr>
              <a:defRPr sz="2552"/>
            </a:lvl3pPr>
            <a:lvl4pPr>
              <a:defRPr sz="2126"/>
            </a:lvl4pPr>
            <a:lvl5pPr>
              <a:defRPr sz="2126"/>
            </a:lvl5pPr>
            <a:lvl6pPr>
              <a:defRPr sz="2126"/>
            </a:lvl6pPr>
            <a:lvl7pPr>
              <a:defRPr sz="2126"/>
            </a:lvl7pPr>
            <a:lvl8pPr>
              <a:defRPr sz="2126"/>
            </a:lvl8pPr>
            <a:lvl9pPr>
              <a:defRPr sz="2126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643" y="3564255"/>
            <a:ext cx="3135550" cy="6603223"/>
          </a:xfrm>
        </p:spPr>
        <p:txBody>
          <a:bodyPr/>
          <a:lstStyle>
            <a:lvl1pPr marL="0" indent="0">
              <a:buNone/>
              <a:defRPr sz="1701"/>
            </a:lvl1pPr>
            <a:lvl2pPr marL="486095" indent="0">
              <a:buNone/>
              <a:defRPr sz="1488"/>
            </a:lvl2pPr>
            <a:lvl3pPr marL="972190" indent="0">
              <a:buNone/>
              <a:defRPr sz="1276"/>
            </a:lvl3pPr>
            <a:lvl4pPr marL="1458285" indent="0">
              <a:buNone/>
              <a:defRPr sz="1063"/>
            </a:lvl4pPr>
            <a:lvl5pPr marL="1944380" indent="0">
              <a:buNone/>
              <a:defRPr sz="1063"/>
            </a:lvl5pPr>
            <a:lvl6pPr marL="2430475" indent="0">
              <a:buNone/>
              <a:defRPr sz="1063"/>
            </a:lvl6pPr>
            <a:lvl7pPr marL="2916570" indent="0">
              <a:buNone/>
              <a:defRPr sz="1063"/>
            </a:lvl7pPr>
            <a:lvl8pPr marL="3402665" indent="0">
              <a:buNone/>
              <a:defRPr sz="1063"/>
            </a:lvl8pPr>
            <a:lvl9pPr marL="3888760" indent="0">
              <a:buNone/>
              <a:defRPr sz="1063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A0CCC-6FFA-4EE1-BC25-7101EFE4D5C7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1FEF4-2B99-440A-853A-0AD9A7A24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044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643" y="792057"/>
            <a:ext cx="3135550" cy="2772198"/>
          </a:xfrm>
        </p:spPr>
        <p:txBody>
          <a:bodyPr anchor="b"/>
          <a:lstStyle>
            <a:lvl1pPr>
              <a:defRPr sz="3402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3052" y="1710625"/>
            <a:ext cx="4921687" cy="8443104"/>
          </a:xfrm>
        </p:spPr>
        <p:txBody>
          <a:bodyPr anchor="t"/>
          <a:lstStyle>
            <a:lvl1pPr marL="0" indent="0">
              <a:buNone/>
              <a:defRPr sz="3402"/>
            </a:lvl1pPr>
            <a:lvl2pPr marL="486095" indent="0">
              <a:buNone/>
              <a:defRPr sz="2977"/>
            </a:lvl2pPr>
            <a:lvl3pPr marL="972190" indent="0">
              <a:buNone/>
              <a:defRPr sz="2552"/>
            </a:lvl3pPr>
            <a:lvl4pPr marL="1458285" indent="0">
              <a:buNone/>
              <a:defRPr sz="2126"/>
            </a:lvl4pPr>
            <a:lvl5pPr marL="1944380" indent="0">
              <a:buNone/>
              <a:defRPr sz="2126"/>
            </a:lvl5pPr>
            <a:lvl6pPr marL="2430475" indent="0">
              <a:buNone/>
              <a:defRPr sz="2126"/>
            </a:lvl6pPr>
            <a:lvl7pPr marL="2916570" indent="0">
              <a:buNone/>
              <a:defRPr sz="2126"/>
            </a:lvl7pPr>
            <a:lvl8pPr marL="3402665" indent="0">
              <a:buNone/>
              <a:defRPr sz="2126"/>
            </a:lvl8pPr>
            <a:lvl9pPr marL="3888760" indent="0">
              <a:buNone/>
              <a:defRPr sz="2126"/>
            </a:lvl9pPr>
          </a:lstStyle>
          <a:p>
            <a:r>
              <a:rPr lang="en-US" altLang="ko-KR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643" y="3564255"/>
            <a:ext cx="3135550" cy="6603223"/>
          </a:xfrm>
        </p:spPr>
        <p:txBody>
          <a:bodyPr/>
          <a:lstStyle>
            <a:lvl1pPr marL="0" indent="0">
              <a:buNone/>
              <a:defRPr sz="1701"/>
            </a:lvl1pPr>
            <a:lvl2pPr marL="486095" indent="0">
              <a:buNone/>
              <a:defRPr sz="1488"/>
            </a:lvl2pPr>
            <a:lvl3pPr marL="972190" indent="0">
              <a:buNone/>
              <a:defRPr sz="1276"/>
            </a:lvl3pPr>
            <a:lvl4pPr marL="1458285" indent="0">
              <a:buNone/>
              <a:defRPr sz="1063"/>
            </a:lvl4pPr>
            <a:lvl5pPr marL="1944380" indent="0">
              <a:buNone/>
              <a:defRPr sz="1063"/>
            </a:lvl5pPr>
            <a:lvl6pPr marL="2430475" indent="0">
              <a:buNone/>
              <a:defRPr sz="1063"/>
            </a:lvl6pPr>
            <a:lvl7pPr marL="2916570" indent="0">
              <a:buNone/>
              <a:defRPr sz="1063"/>
            </a:lvl7pPr>
            <a:lvl8pPr marL="3402665" indent="0">
              <a:buNone/>
              <a:defRPr sz="1063"/>
            </a:lvl8pPr>
            <a:lvl9pPr marL="3888760" indent="0">
              <a:buNone/>
              <a:defRPr sz="1063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A0CCC-6FFA-4EE1-BC25-7101EFE4D5C7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1FEF4-2B99-440A-853A-0AD9A7A24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084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A0CCC-6FFA-4EE1-BC25-7101EFE4D5C7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1FEF4-2B99-440A-853A-0AD9A7A24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0110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7199" y="632545"/>
            <a:ext cx="2096274" cy="10068471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378" y="632545"/>
            <a:ext cx="6167299" cy="10068471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A0CCC-6FFA-4EE1-BC25-7101EFE4D5C7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1FEF4-2B99-440A-853A-0AD9A7A24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0256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377" y="632548"/>
            <a:ext cx="8385096" cy="2296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377" y="3162726"/>
            <a:ext cx="8385096" cy="7538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377" y="11011791"/>
            <a:ext cx="2187416" cy="6325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A0CCC-6FFA-4EE1-BC25-7101EFE4D5C7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20363" y="11011791"/>
            <a:ext cx="3281124" cy="6325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66057" y="11011791"/>
            <a:ext cx="2187416" cy="6325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1FEF4-2B99-440A-853A-0AD9A7A24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739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72190" rtl="0" eaLnBrk="1" latinLnBrk="1" hangingPunct="1">
        <a:lnSpc>
          <a:spcPct val="90000"/>
        </a:lnSpc>
        <a:spcBef>
          <a:spcPct val="0"/>
        </a:spcBef>
        <a:buNone/>
        <a:defRPr sz="467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048" indent="-243048" algn="l" defTabSz="972190" rtl="0" eaLnBrk="1" latinLnBrk="1" hangingPunct="1">
        <a:lnSpc>
          <a:spcPct val="90000"/>
        </a:lnSpc>
        <a:spcBef>
          <a:spcPts val="1063"/>
        </a:spcBef>
        <a:buFont typeface="Arial" panose="020B0604020202020204" pitchFamily="34" charset="0"/>
        <a:buChar char="•"/>
        <a:defRPr sz="2977" kern="1200">
          <a:solidFill>
            <a:schemeClr val="tx1"/>
          </a:solidFill>
          <a:latin typeface="+mn-lt"/>
          <a:ea typeface="+mn-ea"/>
          <a:cs typeface="+mn-cs"/>
        </a:defRPr>
      </a:lvl1pPr>
      <a:lvl2pPr marL="729143" indent="-243048" algn="l" defTabSz="972190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2552" kern="1200">
          <a:solidFill>
            <a:schemeClr val="tx1"/>
          </a:solidFill>
          <a:latin typeface="+mn-lt"/>
          <a:ea typeface="+mn-ea"/>
          <a:cs typeface="+mn-cs"/>
        </a:defRPr>
      </a:lvl2pPr>
      <a:lvl3pPr marL="1215238" indent="-243048" algn="l" defTabSz="972190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701333" indent="-243048" algn="l" defTabSz="972190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4" kern="1200">
          <a:solidFill>
            <a:schemeClr val="tx1"/>
          </a:solidFill>
          <a:latin typeface="+mn-lt"/>
          <a:ea typeface="+mn-ea"/>
          <a:cs typeface="+mn-cs"/>
        </a:defRPr>
      </a:lvl4pPr>
      <a:lvl5pPr marL="2187428" indent="-243048" algn="l" defTabSz="972190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4" kern="1200">
          <a:solidFill>
            <a:schemeClr val="tx1"/>
          </a:solidFill>
          <a:latin typeface="+mn-lt"/>
          <a:ea typeface="+mn-ea"/>
          <a:cs typeface="+mn-cs"/>
        </a:defRPr>
      </a:lvl5pPr>
      <a:lvl6pPr marL="2673523" indent="-243048" algn="l" defTabSz="972190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4" kern="1200">
          <a:solidFill>
            <a:schemeClr val="tx1"/>
          </a:solidFill>
          <a:latin typeface="+mn-lt"/>
          <a:ea typeface="+mn-ea"/>
          <a:cs typeface="+mn-cs"/>
        </a:defRPr>
      </a:lvl6pPr>
      <a:lvl7pPr marL="3159618" indent="-243048" algn="l" defTabSz="972190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4" kern="1200">
          <a:solidFill>
            <a:schemeClr val="tx1"/>
          </a:solidFill>
          <a:latin typeface="+mn-lt"/>
          <a:ea typeface="+mn-ea"/>
          <a:cs typeface="+mn-cs"/>
        </a:defRPr>
      </a:lvl7pPr>
      <a:lvl8pPr marL="3645713" indent="-243048" algn="l" defTabSz="972190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4" kern="1200">
          <a:solidFill>
            <a:schemeClr val="tx1"/>
          </a:solidFill>
          <a:latin typeface="+mn-lt"/>
          <a:ea typeface="+mn-ea"/>
          <a:cs typeface="+mn-cs"/>
        </a:defRPr>
      </a:lvl8pPr>
      <a:lvl9pPr marL="4131808" indent="-243048" algn="l" defTabSz="972190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2190" rtl="0" eaLnBrk="1" latinLnBrk="1" hangingPunct="1">
        <a:defRPr sz="1914" kern="1200">
          <a:solidFill>
            <a:schemeClr val="tx1"/>
          </a:solidFill>
          <a:latin typeface="+mn-lt"/>
          <a:ea typeface="+mn-ea"/>
          <a:cs typeface="+mn-cs"/>
        </a:defRPr>
      </a:lvl1pPr>
      <a:lvl2pPr marL="486095" algn="l" defTabSz="972190" rtl="0" eaLnBrk="1" latinLnBrk="1" hangingPunct="1">
        <a:defRPr sz="1914" kern="1200">
          <a:solidFill>
            <a:schemeClr val="tx1"/>
          </a:solidFill>
          <a:latin typeface="+mn-lt"/>
          <a:ea typeface="+mn-ea"/>
          <a:cs typeface="+mn-cs"/>
        </a:defRPr>
      </a:lvl2pPr>
      <a:lvl3pPr marL="972190" algn="l" defTabSz="972190" rtl="0" eaLnBrk="1" latinLnBrk="1" hangingPunct="1">
        <a:defRPr sz="1914" kern="1200">
          <a:solidFill>
            <a:schemeClr val="tx1"/>
          </a:solidFill>
          <a:latin typeface="+mn-lt"/>
          <a:ea typeface="+mn-ea"/>
          <a:cs typeface="+mn-cs"/>
        </a:defRPr>
      </a:lvl3pPr>
      <a:lvl4pPr marL="1458285" algn="l" defTabSz="972190" rtl="0" eaLnBrk="1" latinLnBrk="1" hangingPunct="1">
        <a:defRPr sz="1914" kern="1200">
          <a:solidFill>
            <a:schemeClr val="tx1"/>
          </a:solidFill>
          <a:latin typeface="+mn-lt"/>
          <a:ea typeface="+mn-ea"/>
          <a:cs typeface="+mn-cs"/>
        </a:defRPr>
      </a:lvl4pPr>
      <a:lvl5pPr marL="1944380" algn="l" defTabSz="972190" rtl="0" eaLnBrk="1" latinLnBrk="1" hangingPunct="1">
        <a:defRPr sz="1914" kern="1200">
          <a:solidFill>
            <a:schemeClr val="tx1"/>
          </a:solidFill>
          <a:latin typeface="+mn-lt"/>
          <a:ea typeface="+mn-ea"/>
          <a:cs typeface="+mn-cs"/>
        </a:defRPr>
      </a:lvl5pPr>
      <a:lvl6pPr marL="2430475" algn="l" defTabSz="972190" rtl="0" eaLnBrk="1" latinLnBrk="1" hangingPunct="1">
        <a:defRPr sz="1914" kern="1200">
          <a:solidFill>
            <a:schemeClr val="tx1"/>
          </a:solidFill>
          <a:latin typeface="+mn-lt"/>
          <a:ea typeface="+mn-ea"/>
          <a:cs typeface="+mn-cs"/>
        </a:defRPr>
      </a:lvl6pPr>
      <a:lvl7pPr marL="2916570" algn="l" defTabSz="972190" rtl="0" eaLnBrk="1" latinLnBrk="1" hangingPunct="1">
        <a:defRPr sz="1914" kern="1200">
          <a:solidFill>
            <a:schemeClr val="tx1"/>
          </a:solidFill>
          <a:latin typeface="+mn-lt"/>
          <a:ea typeface="+mn-ea"/>
          <a:cs typeface="+mn-cs"/>
        </a:defRPr>
      </a:lvl7pPr>
      <a:lvl8pPr marL="3402665" algn="l" defTabSz="972190" rtl="0" eaLnBrk="1" latinLnBrk="1" hangingPunct="1">
        <a:defRPr sz="1914" kern="1200">
          <a:solidFill>
            <a:schemeClr val="tx1"/>
          </a:solidFill>
          <a:latin typeface="+mn-lt"/>
          <a:ea typeface="+mn-ea"/>
          <a:cs typeface="+mn-cs"/>
        </a:defRPr>
      </a:lvl8pPr>
      <a:lvl9pPr marL="3888760" algn="l" defTabSz="972190" rtl="0" eaLnBrk="1" latinLnBrk="1" hangingPunct="1">
        <a:defRPr sz="19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jp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jp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C2FF435-AA91-4E07-87E2-5DCD6B2A9EF0}"/>
              </a:ext>
            </a:extLst>
          </p:cNvPr>
          <p:cNvSpPr/>
          <p:nvPr/>
        </p:nvSpPr>
        <p:spPr>
          <a:xfrm>
            <a:off x="74002" y="601449"/>
            <a:ext cx="9573846" cy="930030"/>
          </a:xfrm>
          <a:prstGeom prst="round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C6C87F-C4DD-44C8-9E03-CDE74D987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1983" y="715348"/>
            <a:ext cx="1952496" cy="4138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46A4EE-4BB7-448C-9A7F-20EE1BB5A7B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29" r="7458" b="19728"/>
          <a:stretch/>
        </p:blipFill>
        <p:spPr>
          <a:xfrm>
            <a:off x="7734182" y="667742"/>
            <a:ext cx="1799670" cy="6190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3AA448-64EE-43D2-A9C7-A4A243AD7F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615" y="977279"/>
            <a:ext cx="1491990" cy="49098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00861C-1F0C-401B-BBED-066C444590D9}"/>
              </a:ext>
            </a:extLst>
          </p:cNvPr>
          <p:cNvSpPr txBox="1"/>
          <p:nvPr/>
        </p:nvSpPr>
        <p:spPr>
          <a:xfrm>
            <a:off x="132368" y="154523"/>
            <a:ext cx="4962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Layer 1. AI Applications</a:t>
            </a:r>
            <a:endParaRPr lang="ko-KR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CD12134-169E-4DD4-A92D-5208E3F839F5}"/>
              </a:ext>
            </a:extLst>
          </p:cNvPr>
          <p:cNvSpPr/>
          <p:nvPr/>
        </p:nvSpPr>
        <p:spPr>
          <a:xfrm>
            <a:off x="74002" y="2152969"/>
            <a:ext cx="9573846" cy="930030"/>
          </a:xfrm>
          <a:prstGeom prst="roundRect">
            <a:avLst/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DF8D68-51CA-4636-9140-8FA0FA7F495B}"/>
              </a:ext>
            </a:extLst>
          </p:cNvPr>
          <p:cNvSpPr txBox="1"/>
          <p:nvPr/>
        </p:nvSpPr>
        <p:spPr>
          <a:xfrm>
            <a:off x="132368" y="1706043"/>
            <a:ext cx="3778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Layer 2. Foundation Models</a:t>
            </a:r>
            <a:endParaRPr lang="ko-KR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744872F-2733-4B6D-A9DF-7F0F70E2EE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710" y="2551020"/>
            <a:ext cx="2106916" cy="44469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7D58B1B-FC0C-4172-96DE-E6494E8E89D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60" b="27576"/>
          <a:stretch/>
        </p:blipFill>
        <p:spPr>
          <a:xfrm>
            <a:off x="187999" y="2217304"/>
            <a:ext cx="1463714" cy="6449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5B6C937-D7FE-41C3-8B1A-17B27D4A79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605" y="2285772"/>
            <a:ext cx="1463714" cy="4816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56072B-20F0-4E32-9A3F-D2536C62F0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221" y="1033231"/>
            <a:ext cx="1526082" cy="4133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C9A664E-9525-409D-BBBE-FBCD1A8BD27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0" b="19728"/>
          <a:stretch/>
        </p:blipFill>
        <p:spPr>
          <a:xfrm>
            <a:off x="5564334" y="2590435"/>
            <a:ext cx="1530656" cy="44192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50CD936-11B0-4101-AEB1-99C1DB76BBD4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2" t="29234" r="5136" b="31521"/>
          <a:stretch/>
        </p:blipFill>
        <p:spPr>
          <a:xfrm>
            <a:off x="6810182" y="2181538"/>
            <a:ext cx="1976517" cy="481681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027005C-6365-4CE1-90B6-4A644FF1F6E3}"/>
              </a:ext>
            </a:extLst>
          </p:cNvPr>
          <p:cNvSpPr/>
          <p:nvPr/>
        </p:nvSpPr>
        <p:spPr>
          <a:xfrm>
            <a:off x="74002" y="3704489"/>
            <a:ext cx="9573846" cy="930030"/>
          </a:xfrm>
          <a:prstGeom prst="roundRect">
            <a:avLst/>
          </a:prstGeom>
          <a:noFill/>
          <a:ln w="254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8E8DB6-2C4F-4111-999E-8CC106A5EA09}"/>
              </a:ext>
            </a:extLst>
          </p:cNvPr>
          <p:cNvSpPr txBox="1"/>
          <p:nvPr/>
        </p:nvSpPr>
        <p:spPr>
          <a:xfrm>
            <a:off x="117167" y="3304379"/>
            <a:ext cx="6376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Layer 3. Software Frameworks (Open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Source)</a:t>
            </a:r>
            <a:endParaRPr lang="ko-KR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886B919-F07C-48E2-B886-FEF136D9C9C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464" y="3945949"/>
            <a:ext cx="2011888" cy="49962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79CEC40-6D33-49D0-A81D-5C8918AAE84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82" y="3835641"/>
            <a:ext cx="2543994" cy="67684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863F1DD-56E2-4D90-B164-0D73CAB6141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81" r="12067"/>
          <a:stretch/>
        </p:blipFill>
        <p:spPr>
          <a:xfrm>
            <a:off x="7542038" y="3845125"/>
            <a:ext cx="1754140" cy="648759"/>
          </a:xfrm>
          <a:prstGeom prst="rect">
            <a:avLst/>
          </a:prstGeom>
        </p:spPr>
      </p:pic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11B4D477-FE76-4F75-BFC4-49B6D906557D}"/>
              </a:ext>
            </a:extLst>
          </p:cNvPr>
          <p:cNvSpPr/>
          <p:nvPr/>
        </p:nvSpPr>
        <p:spPr>
          <a:xfrm>
            <a:off x="74002" y="5256009"/>
            <a:ext cx="9573846" cy="930030"/>
          </a:xfrm>
          <a:prstGeom prst="roundRect">
            <a:avLst/>
          </a:prstGeom>
          <a:noFill/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7E37B0-FDB8-4FCD-BA32-E5EEB04F0081}"/>
              </a:ext>
            </a:extLst>
          </p:cNvPr>
          <p:cNvSpPr txBox="1"/>
          <p:nvPr/>
        </p:nvSpPr>
        <p:spPr>
          <a:xfrm>
            <a:off x="132368" y="4809083"/>
            <a:ext cx="5114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Layer 4. Cloud Infrastructure</a:t>
            </a:r>
            <a:endParaRPr lang="ko-KR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ECCCE565-47D8-4A19-95C2-8AF931B0A658}"/>
              </a:ext>
            </a:extLst>
          </p:cNvPr>
          <p:cNvSpPr/>
          <p:nvPr/>
        </p:nvSpPr>
        <p:spPr>
          <a:xfrm>
            <a:off x="74002" y="9055678"/>
            <a:ext cx="9573846" cy="930030"/>
          </a:xfrm>
          <a:prstGeom prst="roundRect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BFE46E4-DD9A-49D8-921E-FF4B68AC9B22}"/>
              </a:ext>
            </a:extLst>
          </p:cNvPr>
          <p:cNvSpPr txBox="1"/>
          <p:nvPr/>
        </p:nvSpPr>
        <p:spPr>
          <a:xfrm>
            <a:off x="132368" y="8608752"/>
            <a:ext cx="5114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Layer 6. Chip Components</a:t>
            </a:r>
            <a:endParaRPr lang="ko-KR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1421EDB-FC90-43D9-BBEA-E18C4B2227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083" y="2639760"/>
            <a:ext cx="1403769" cy="380188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BC7EECDB-B370-4A36-9A8B-9E2B6923B88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094" y="9395836"/>
            <a:ext cx="1986709" cy="524017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D919B1CD-746C-4C64-9E00-2D0495B6DB7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026" y="9100737"/>
            <a:ext cx="1680851" cy="458414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EE2BAC66-25DB-4E98-9172-1D259A29779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539" y="9123732"/>
            <a:ext cx="1394572" cy="735648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0636793F-DA71-4F58-9832-6A8A5F02473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82" y="9140384"/>
            <a:ext cx="2461597" cy="332316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10C9A5D1-89DC-4BDE-8364-C680C18CFB1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041" y="9439610"/>
            <a:ext cx="1680851" cy="480243"/>
          </a:xfrm>
          <a:prstGeom prst="rect">
            <a:avLst/>
          </a:prstGeom>
        </p:spPr>
      </p:pic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3016ADC-F389-4DEB-B0C3-7DEA65146050}"/>
              </a:ext>
            </a:extLst>
          </p:cNvPr>
          <p:cNvGrpSpPr/>
          <p:nvPr/>
        </p:nvGrpSpPr>
        <p:grpSpPr>
          <a:xfrm>
            <a:off x="74002" y="10213807"/>
            <a:ext cx="9573846" cy="1376956"/>
            <a:chOff x="55368" y="10253561"/>
            <a:chExt cx="9573846" cy="1376956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7AC3A4BF-5310-4A09-BB82-D6E63BEAC23A}"/>
                </a:ext>
              </a:extLst>
            </p:cNvPr>
            <p:cNvSpPr/>
            <p:nvPr/>
          </p:nvSpPr>
          <p:spPr>
            <a:xfrm>
              <a:off x="55368" y="10700487"/>
              <a:ext cx="9573846" cy="930030"/>
            </a:xfrm>
            <a:prstGeom prst="roundRect">
              <a:avLst/>
            </a:prstGeom>
            <a:noFill/>
            <a:ln w="254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9E364D3-8425-4BAC-8767-F8F1A32ED958}"/>
                </a:ext>
              </a:extLst>
            </p:cNvPr>
            <p:cNvSpPr txBox="1"/>
            <p:nvPr/>
          </p:nvSpPr>
          <p:spPr>
            <a:xfrm>
              <a:off x="113734" y="10253561"/>
              <a:ext cx="51140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Layer 7. Silicon Fabrication (Foundry)</a:t>
              </a:r>
              <a:endPara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CA93F1F3-EA33-4AAD-9760-EA9799F13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32067" y="10780109"/>
              <a:ext cx="895477" cy="704348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F9473B9A-586B-4729-AD1E-F5F047EC1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2050" y="10789267"/>
              <a:ext cx="2670395" cy="704347"/>
            </a:xfrm>
            <a:prstGeom prst="rect">
              <a:avLst/>
            </a:pr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CFE649FF-41B4-49BE-8D79-C969D4472C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2421" y="10837391"/>
              <a:ext cx="998756" cy="656222"/>
            </a:xfrm>
            <a:prstGeom prst="rect">
              <a:avLst/>
            </a:prstGeom>
          </p:spPr>
        </p:pic>
      </p:grpSp>
      <p:pic>
        <p:nvPicPr>
          <p:cNvPr id="74" name="Picture 73">
            <a:extLst>
              <a:ext uri="{FF2B5EF4-FFF2-40B4-BE49-F238E27FC236}">
                <a16:creationId xmlns:a16="http://schemas.microsoft.com/office/drawing/2014/main" id="{184562FC-B0F6-417D-B5C9-4C483C006001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56" b="24513"/>
          <a:stretch/>
        </p:blipFill>
        <p:spPr>
          <a:xfrm>
            <a:off x="361836" y="5322697"/>
            <a:ext cx="1737964" cy="655199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374FAD20-6909-449B-BC48-7DA4F36994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463" y="5598929"/>
            <a:ext cx="1610948" cy="530133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6BC132A2-1D71-4276-B7E9-1FDF2CA43D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341" y="5360585"/>
            <a:ext cx="2553244" cy="541120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85174F1C-CB98-48BF-95A2-6B76FE475B0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466" y="5703021"/>
            <a:ext cx="2476548" cy="321951"/>
          </a:xfrm>
          <a:prstGeom prst="rect">
            <a:avLst/>
          </a:prstGeom>
        </p:spPr>
      </p:pic>
      <p:grpSp>
        <p:nvGrpSpPr>
          <p:cNvPr id="105" name="Group 104">
            <a:extLst>
              <a:ext uri="{FF2B5EF4-FFF2-40B4-BE49-F238E27FC236}">
                <a16:creationId xmlns:a16="http://schemas.microsoft.com/office/drawing/2014/main" id="{375846B3-E8C1-4AC9-AD93-D02471B208A9}"/>
              </a:ext>
            </a:extLst>
          </p:cNvPr>
          <p:cNvGrpSpPr/>
          <p:nvPr/>
        </p:nvGrpSpPr>
        <p:grpSpPr>
          <a:xfrm>
            <a:off x="74002" y="6361497"/>
            <a:ext cx="9573846" cy="2014544"/>
            <a:chOff x="74002" y="6360603"/>
            <a:chExt cx="9573846" cy="2014544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8EF7DA65-03E6-4770-962B-324A5324EE0E}"/>
                </a:ext>
              </a:extLst>
            </p:cNvPr>
            <p:cNvSpPr/>
            <p:nvPr/>
          </p:nvSpPr>
          <p:spPr>
            <a:xfrm>
              <a:off x="74002" y="6807528"/>
              <a:ext cx="9573846" cy="1567619"/>
            </a:xfrm>
            <a:prstGeom prst="roundRect">
              <a:avLst/>
            </a:prstGeom>
            <a:noFill/>
            <a:ln w="254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02BE666-EF1A-4CDF-BA07-268359A4D78F}"/>
                </a:ext>
              </a:extLst>
            </p:cNvPr>
            <p:cNvSpPr txBox="1"/>
            <p:nvPr/>
          </p:nvSpPr>
          <p:spPr>
            <a:xfrm>
              <a:off x="132368" y="6360603"/>
              <a:ext cx="51140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Layer 5. Chips (Accelerators)</a:t>
              </a:r>
              <a:endPara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9F1AF41A-E358-40A4-9536-4034495A9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95157" y="7700235"/>
              <a:ext cx="2160352" cy="396546"/>
            </a:xfrm>
            <a:prstGeom prst="rect">
              <a:avLst/>
            </a:prstGeom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EE27907E-A840-426A-AFC2-6B835E813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5164" y="7012531"/>
              <a:ext cx="1656498" cy="396119"/>
            </a:xfrm>
            <a:prstGeom prst="rect">
              <a:avLst/>
            </a:prstGeom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AD9DFD08-0C68-4030-A730-1A04A5542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5861" y="6967917"/>
              <a:ext cx="1482238" cy="487778"/>
            </a:xfrm>
            <a:prstGeom prst="rect">
              <a:avLst/>
            </a:prstGeom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299A3A5A-999F-474F-B1D3-1B7B1631F8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01" b="18918"/>
            <a:stretch/>
          </p:blipFill>
          <p:spPr>
            <a:xfrm>
              <a:off x="1971399" y="7707880"/>
              <a:ext cx="1656498" cy="479596"/>
            </a:xfrm>
            <a:prstGeom prst="rect">
              <a:avLst/>
            </a:prstGeom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86B48E98-1794-4B32-88B5-FC2EAED8B4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17" t="6351" r="18387" b="9536"/>
            <a:stretch/>
          </p:blipFill>
          <p:spPr>
            <a:xfrm>
              <a:off x="3758711" y="7408650"/>
              <a:ext cx="1217504" cy="884240"/>
            </a:xfrm>
            <a:prstGeom prst="rect">
              <a:avLst/>
            </a:prstGeom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808E7BA8-6DB1-4DE8-A3D0-FDAEC95FC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3383" y="6942087"/>
              <a:ext cx="1474042" cy="502864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56BC2B19-E325-4DD3-B359-BDEB88393F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31351" y="6973097"/>
              <a:ext cx="1757952" cy="461563"/>
            </a:xfrm>
            <a:prstGeom prst="rect">
              <a:avLst/>
            </a:prstGeom>
          </p:spPr>
        </p:pic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EC69ED0B-5C0D-41D9-A8F8-B55B732EC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550" y="7688739"/>
              <a:ext cx="1364192" cy="498737"/>
            </a:xfrm>
            <a:prstGeom prst="rect">
              <a:avLst/>
            </a:prstGeom>
          </p:spPr>
        </p:pic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139D45C9-F58C-4D67-BAD9-FE24CCBA02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423" r="6753" b="20962"/>
            <a:stretch/>
          </p:blipFill>
          <p:spPr>
            <a:xfrm>
              <a:off x="7356886" y="7718886"/>
              <a:ext cx="2003128" cy="511433"/>
            </a:xfrm>
            <a:prstGeom prst="rect">
              <a:avLst/>
            </a:prstGeom>
          </p:spPr>
        </p:pic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BE9E6633-2CB4-4173-B4CF-C8A0C81ABD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41242" y="6890037"/>
              <a:ext cx="1331573" cy="586995"/>
            </a:xfrm>
            <a:prstGeom prst="rect">
              <a:avLst/>
            </a:prstGeom>
          </p:spPr>
        </p:pic>
      </p:grpSp>
      <p:pic>
        <p:nvPicPr>
          <p:cNvPr id="104" name="Picture 103">
            <a:extLst>
              <a:ext uri="{FF2B5EF4-FFF2-40B4-BE49-F238E27FC236}">
                <a16:creationId xmlns:a16="http://schemas.microsoft.com/office/drawing/2014/main" id="{59F80EE7-0567-4556-B947-28C4C187E84B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52" y="760492"/>
            <a:ext cx="2174350" cy="2428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4C45EF3-8E7A-45FF-BD87-C0ADF5B1EF2F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81" t="5000" b="9387"/>
          <a:stretch/>
        </p:blipFill>
        <p:spPr>
          <a:xfrm>
            <a:off x="5684254" y="3772821"/>
            <a:ext cx="1414882" cy="78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408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44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차수현</dc:creator>
  <cp:lastModifiedBy>차수현</cp:lastModifiedBy>
  <cp:revision>15</cp:revision>
  <dcterms:created xsi:type="dcterms:W3CDTF">2026-04-05T13:25:21Z</dcterms:created>
  <dcterms:modified xsi:type="dcterms:W3CDTF">2026-04-11T14:30:09Z</dcterms:modified>
</cp:coreProperties>
</file>